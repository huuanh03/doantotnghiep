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Be Vietnam Pro" panose="020B0604020202020204" charset="0"/>
      <p:regular r:id="rId16"/>
      <p:bold r:id="rId17"/>
      <p:italic r:id="rId18"/>
      <p:boldItalic r:id="rId19"/>
    </p:embeddedFont>
    <p:embeddedFont>
      <p:font typeface="Playfair Display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618E92-E467-470F-9852-C70EB917AA6D}">
  <a:tblStyle styleId="{6E618E92-E467-470F-9852-C70EB917AA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999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8878" y="4402732"/>
            <a:ext cx="4687422" cy="17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639425" y="6543675"/>
            <a:ext cx="11715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Hà Nội, Năm 2025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43286" y="1636335"/>
            <a:ext cx="5305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ĐẠI HỌC CÔNG NGHIỆP HÀ NỘI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630441" y="2232719"/>
            <a:ext cx="8931116" cy="160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XÂY DỰNG WEBSITE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350" b="1" i="0" u="none" strike="noStrike" cap="none" dirty="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BÁN QUẦN ÁO NGỌC LAN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781300" y="3929955"/>
            <a:ext cx="6629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ĐỒ ÁN TỐT NGHIỆP - NGÀNH CÔNG NGHỆ THÔNG TIN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217614" y="4754027"/>
            <a:ext cx="11715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Sinh </a:t>
            </a:r>
            <a:r>
              <a:rPr lang="en-US" b="1" i="0" u="none" strike="noStrike" cap="none" dirty="0" err="1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viên</a:t>
            </a:r>
            <a:r>
              <a:rPr lang="en-US" b="1" i="0" u="none" strike="noStrike" cap="none" dirty="0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</a:t>
            </a:r>
            <a:endParaRPr sz="160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4217614" y="5145850"/>
            <a:ext cx="11715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Lớp</a:t>
            </a:r>
            <a:r>
              <a:rPr lang="en-US" b="1" i="0" u="none" strike="noStrike" cap="none" dirty="0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217614" y="5583310"/>
            <a:ext cx="14634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GV </a:t>
            </a:r>
            <a:r>
              <a:rPr lang="en-US" b="1" i="0" u="none" strike="noStrike" cap="none" dirty="0" err="1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Hướng</a:t>
            </a:r>
            <a:r>
              <a:rPr lang="en-US" b="1" i="0" u="none" strike="noStrike" cap="none" dirty="0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b="1" i="0" u="none" strike="noStrike" cap="none" dirty="0" err="1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dẫn</a:t>
            </a:r>
            <a:r>
              <a:rPr lang="en-US" sz="1200" b="1" i="0" u="none" strike="noStrike" cap="none" dirty="0">
                <a:solidFill>
                  <a:srgbClr val="0033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5B2A6-1391-D962-5EA4-CB80C09116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2975" y="156003"/>
            <a:ext cx="1310472" cy="1310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238250"/>
            <a:ext cx="5524500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238250"/>
            <a:ext cx="552450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Đặt Vấn Đề &amp; Mục Tiêu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1468100" y="65436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 / 13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6275" y="1533525"/>
            <a:ext cx="51806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4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Thực Trạng Shop Ngọc Lan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6275" y="2181225"/>
            <a:ext cx="493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Hiện tại cửa hàng đang gặp nhiều khó khăn trong vận hành: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81775" y="1533525"/>
            <a:ext cx="51806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4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Giải Pháp Hệ Thống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81775" y="2181225"/>
            <a:ext cx="493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Xây dựng website thương mại điện tử trọn gói: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159067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866775" y="2867025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Quản lý sổ sách thủ công, file Excel rời rạc.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66775" y="3219450"/>
            <a:ext cx="47434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Khó</a:t>
            </a:r>
            <a:r>
              <a:rPr lang="en-US" sz="135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kiểm</a:t>
            </a:r>
            <a:r>
              <a:rPr lang="en-US" sz="135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soát</a:t>
            </a:r>
            <a:r>
              <a:rPr lang="en-US" sz="135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tồn</a:t>
            </a:r>
            <a:r>
              <a:rPr lang="en-US" sz="135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kho</a:t>
            </a:r>
            <a:r>
              <a:rPr lang="en-US" sz="135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chi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tiết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theo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từng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Size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và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Màu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sắc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866775" y="3829050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Phản hồi tin nhắn khách hàng chậm, dễ mất đơn.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66775" y="41814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Chưa có website để quảng bá thương hiệu chuyên nghiệp.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159067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6772275" y="2609850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Website bán hàng: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Giao diện hiện đại, đặt hàng nhanh.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772275" y="2962275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quản trị: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Quản lý kho tự động trừ khi có đơn.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772275" y="3314700"/>
            <a:ext cx="47434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Chatbot: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Tự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động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trả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lời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câu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hỏi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thường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gặp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24/7.</a:t>
            </a:r>
            <a:endParaRPr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6772275" y="3667125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Báo cáo: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Thống kê doanh thu trực quan.</a:t>
            </a:r>
            <a:endParaRPr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28956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2480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210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26384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29908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3343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369570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Công Nghệ &amp; Công Cụ Phát Triển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1468100" y="65436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 / 13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81000" y="2781300"/>
            <a:ext cx="5524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được xây dựng trên nền tảng .NET hiện đại, đảm bảo hiệu năng và tính bảo mật cao.</a:t>
            </a:r>
            <a:endParaRPr/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8250" y="33813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3781425"/>
            <a:ext cx="381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90900" y="3781425"/>
            <a:ext cx="381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4638675"/>
            <a:ext cx="381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90900" y="4638675"/>
            <a:ext cx="381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1057275" y="3733800"/>
            <a:ext cx="1504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ASP.NET Core MVC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057275" y="4085665"/>
            <a:ext cx="1504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666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Backend Framework</a:t>
            </a:r>
            <a:endParaRPr dirty="0"/>
          </a:p>
        </p:txBody>
      </p:sp>
      <p:sp>
        <p:nvSpPr>
          <p:cNvPr id="145" name="Google Shape;145;p15"/>
          <p:cNvSpPr txBox="1"/>
          <p:nvPr/>
        </p:nvSpPr>
        <p:spPr>
          <a:xfrm>
            <a:off x="3914775" y="3733800"/>
            <a:ext cx="885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SQL Server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914775" y="3924300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Cơ sở dữ liệu quan hệ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057275" y="45910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Bootstrap 5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057275" y="4781550"/>
            <a:ext cx="17621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666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Frontend Responsive</a:t>
            </a:r>
            <a:endParaRPr dirty="0"/>
          </a:p>
        </p:txBody>
      </p:sp>
      <p:sp>
        <p:nvSpPr>
          <p:cNvPr id="149" name="Google Shape;149;p15"/>
          <p:cNvSpPr txBox="1"/>
          <p:nvPr/>
        </p:nvSpPr>
        <p:spPr>
          <a:xfrm>
            <a:off x="3914775" y="459105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Entity Framework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3914775" y="478155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ORM xử lý dữ liệu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AC4364-076F-F99D-F582-92AD7137A9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5" y="1236495"/>
            <a:ext cx="5505450" cy="50708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Phân Tích Hệ Thống (Use Case)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1458575" y="6543675"/>
            <a:ext cx="352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 / 13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81000" y="2557462"/>
            <a:ext cx="6076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phân quyền rõ ràng cho 3 nhóm người dùng: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571500" y="2986087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Khách hàng: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Tìm kiếm, Xem chi tiết, Giỏ hàng, Thanh toán, Theo dõi đơn, Chat hỗ trợ.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71500" y="3595687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Nhân viên: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Tiếp nhận đơn hàng, Xác nhận đơn, Cập nhật trạng thái giao hàng.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71500" y="4205287"/>
            <a:ext cx="5886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Quản trị viên (Admin):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- Quản lý sản phẩm (Biến thể Size/Màu).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- Cấu hình Chatbot (Intent).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- Xem báo cáo doanh thu.</a:t>
            </a:r>
            <a:endParaRPr/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30146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36242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42338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C4C13F-5F71-37DD-FD4C-8BDA115D160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2" t="4062" r="5276" b="6153"/>
          <a:stretch>
            <a:fillRect/>
          </a:stretch>
        </p:blipFill>
        <p:spPr bwMode="auto">
          <a:xfrm>
            <a:off x="6386022" y="1486497"/>
            <a:ext cx="5714476" cy="48156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11468100" y="65436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5 / 13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381000" y="1004887"/>
            <a:ext cx="432054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Thiết Kế Cơ Sở Dữ Liệu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381000" y="1604962"/>
            <a:ext cx="41148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381000" y="2033587"/>
            <a:ext cx="4114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CSDL được thiết kế chặt chẽ với các bảng quan trọng: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571500" y="2719387"/>
            <a:ext cx="39243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Bảng SanPham &amp; ChiTietSanPham: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Đây là cốt lõi để quản lý biến thể. ChiTietSanPham lưu trữ số lượng tồn kho riêng biệt cho từng cặp SizeId và MauSacId.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71500" y="3862387"/>
            <a:ext cx="39243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Bảng HoaDon &amp; ChiTietHoaDon: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Lưu trữ thông tin giao dịch, trạng thái đơn hàng và liên kết trực tiếp với người dùng.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4729162"/>
            <a:ext cx="39243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Bảng ChatIntent &amp; ChatIntentPattern: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Cấu trúc linh hoạt để lưu trữ kịch bản Chatbot, cho phép Admin định nghĩa từ khóa và câu trả lời mà không cần sửa code.</a:t>
            </a:r>
            <a:endParaRPr/>
          </a:p>
        </p:txBody>
      </p:sp>
      <p:pic>
        <p:nvPicPr>
          <p:cNvPr id="184" name="Google Shape;18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27479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38909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47577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F1CE20E-EE05-EB49-4BC0-A58D1D01A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670" y="525407"/>
            <a:ext cx="7490460" cy="599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11458575" y="6543675"/>
            <a:ext cx="352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6 / 13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257800" y="1914525"/>
            <a:ext cx="688086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Giao Diện Khách Hàng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257800" y="2514600"/>
            <a:ext cx="65532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5257800" y="2943225"/>
            <a:ext cx="6553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Trang Chủ &amp; Danh Mục: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448300" y="3371850"/>
            <a:ext cx="6362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Thiết kế hiện đại, tập trung vào hình ảnh sản phẩm.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5448300" y="3724275"/>
            <a:ext cx="6362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Bộ lọc tìm kiếm thông minh theo: Danh mục (Nam/Nữ), Khoảng giá, Thương hiệu.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5448300" y="4333875"/>
            <a:ext cx="6362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Hiển thị các sản phẩm "Bán chạy" và "Khuyến mãi" ngay trang đầu để kích cầu.</a:t>
            </a:r>
            <a:endParaRPr/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2550" y="34004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2550" y="37528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2550" y="43624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5678F9-3C03-0DE6-CCF7-FA46B3D17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95508"/>
            <a:ext cx="4664500" cy="5990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Chức Năng Giỏ Hàng &amp; Thanh Toán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11477625" y="6543675"/>
            <a:ext cx="3333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7 / 13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476250" y="1076325"/>
            <a:ext cx="6076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Tối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ưu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trải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nghiệm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mua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sắm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</a:t>
            </a:r>
            <a:endParaRPr dirty="0"/>
          </a:p>
        </p:txBody>
      </p:sp>
      <p:sp>
        <p:nvSpPr>
          <p:cNvPr id="215" name="Google Shape;215;p19"/>
          <p:cNvSpPr txBox="1"/>
          <p:nvPr/>
        </p:nvSpPr>
        <p:spPr>
          <a:xfrm>
            <a:off x="666750" y="1504950"/>
            <a:ext cx="4590737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Giỏ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hàng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Ajax: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Thêm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/Sửa/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Xóa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sản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phẩm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mượt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mà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không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cần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load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lại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trang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 dirty="0"/>
          </a:p>
        </p:txBody>
      </p:sp>
      <p:sp>
        <p:nvSpPr>
          <p:cNvPr id="216" name="Google Shape;216;p19"/>
          <p:cNvSpPr txBox="1"/>
          <p:nvPr/>
        </p:nvSpPr>
        <p:spPr>
          <a:xfrm>
            <a:off x="666750" y="2114550"/>
            <a:ext cx="5886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Voucher: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Kiểm tra mã giảm giá tự động.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66750" y="2466975"/>
            <a:ext cx="494515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Thanh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toán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Form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nhập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thông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tin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giao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hàng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rõ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ràng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hỗ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trợ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chọn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phương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thức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thanh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toán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(COD,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Chuyển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khoản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).</a:t>
            </a:r>
            <a:endParaRPr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666750" y="3076575"/>
            <a:ext cx="5886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Tự động tính phí vận chuyển (nếu có tích hợp).</a:t>
            </a:r>
            <a:endParaRPr/>
          </a:p>
        </p:txBody>
      </p:sp>
      <p:pic>
        <p:nvPicPr>
          <p:cNvPr id="221" name="Google Shape;22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335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1431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4955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1051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B87C4D-5E71-8C9E-4A26-6C7EE99EB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64" y="3463780"/>
            <a:ext cx="5116041" cy="30798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670F72-A215-E4CA-8FCF-FBA8BCCDF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635" y="705153"/>
            <a:ext cx="5900150" cy="5795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248150"/>
            <a:ext cx="5524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Tích Hợp Chatbot Hỗ Trợ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11468100" y="65436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8 / 13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381000" y="2305050"/>
            <a:ext cx="5524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Giải pháp hỗ trợ khách hàng tự động: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762000" y="2733675"/>
            <a:ext cx="5143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Khách hàng nhắn tin qua cửa sổ chat góc màn hình.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3086100"/>
            <a:ext cx="51435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thống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phân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tích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từ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khóa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(VD: “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hoàn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trả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", "ship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hàng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").</a:t>
            </a:r>
            <a:endParaRPr dirty="0"/>
          </a:p>
        </p:txBody>
      </p:sp>
      <p:sp>
        <p:nvSpPr>
          <p:cNvPr id="238" name="Google Shape;238;p20"/>
          <p:cNvSpPr txBox="1"/>
          <p:nvPr/>
        </p:nvSpPr>
        <p:spPr>
          <a:xfrm>
            <a:off x="762000" y="3438525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Bot tra cứu trong CSDL bảng ChatIntent.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762000" y="3800475"/>
            <a:ext cx="5143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Trả về câu trả lời đã được Admin cấu hình sẵn.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914400" y="4657725"/>
            <a:ext cx="4229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Giúp giảm 50% khối lượng công việc trả lời các câu hỏi lặp lại cho nhân viên.</a:t>
            </a:r>
            <a:endParaRPr/>
          </a:p>
        </p:txBody>
      </p:sp>
      <p:pic>
        <p:nvPicPr>
          <p:cNvPr id="243" name="Google Shape;24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7622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114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467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829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C52343-1AFD-1603-EDFF-23B9FA546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787" y="1793595"/>
            <a:ext cx="2973062" cy="3556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8B74BB-07FA-5E06-40C0-5A7E0D70B1A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5871" t="17450" r="-616" b="11730"/>
          <a:stretch>
            <a:fillRect/>
          </a:stretch>
        </p:blipFill>
        <p:spPr bwMode="auto">
          <a:xfrm>
            <a:off x="6232912" y="1793595"/>
            <a:ext cx="2973062" cy="35375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11458575" y="6543675"/>
            <a:ext cx="352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9 / 13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381000" y="1404937"/>
            <a:ext cx="43205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Trang Quản Trị (Dashboard)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381000" y="2509837"/>
            <a:ext cx="41148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81000" y="2938462"/>
            <a:ext cx="41148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Trung tâm điều hành dành cho Admin: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71500" y="3367087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Thống kê tổng quan: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Biểu đồ doanh thu, số đơn hàng mới trong ngày.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71500" y="3976687"/>
            <a:ext cx="39243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Quản lý đơn hàng: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Quy trình xử lý trạng thái đơn hàng (Chờ xác nhận -&gt; Đang giao -&gt; Hoàn thành).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4843462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Giao diện Dashboard trực quan, dễ dàng theo dõi hiệu quả kinh doanh.</a:t>
            </a:r>
            <a:endParaRPr/>
          </a:p>
        </p:txBody>
      </p:sp>
      <p:pic>
        <p:nvPicPr>
          <p:cNvPr id="262" name="Google Shape;26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33956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40052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48720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E2879F-AACD-E1E7-5C34-67587CA53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0364" y="533082"/>
            <a:ext cx="7032812" cy="6087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Quản Lý Biến Thể Sản Phẩm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11420475" y="6543675"/>
            <a:ext cx="3905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10 / 13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476250" y="1285875"/>
            <a:ext cx="6076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Giải quyết bài toán quản lý kho thời trang: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66750" y="1714500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Thêm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sản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phẩm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chi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tiết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Admin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có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thể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thiết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lập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số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lượng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tồn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từng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Size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và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Màu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sắc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riêng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biệt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 dirty="0"/>
          </a:p>
        </p:txBody>
      </p:sp>
      <p:sp>
        <p:nvSpPr>
          <p:cNvPr id="276" name="Google Shape;276;p22"/>
          <p:cNvSpPr txBox="1"/>
          <p:nvPr/>
        </p:nvSpPr>
        <p:spPr>
          <a:xfrm>
            <a:off x="666750" y="2324100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Cảnh báo tồn kho: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Hệ thống tự động báo khi một biến thể sắp hết hàng.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66750" y="2933700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Hiển thị: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Khách hàng bắt buộc chọn thuộc tính trước khi mua, tránh đặt nhầm đơn hàng.</a:t>
            </a:r>
            <a:endParaRPr/>
          </a:p>
        </p:txBody>
      </p:sp>
      <p:pic>
        <p:nvPicPr>
          <p:cNvPr id="280" name="Google Shape;28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7430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352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962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8157BE-8437-DD28-C1B5-38593D56C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" y="3652838"/>
            <a:ext cx="10487025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 Kiểm Thử Hệ Thống</a:t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381000" y="1409700"/>
            <a:ext cx="11430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Đã thực hiện kiểm thử chức năng (Black-box) với các kịch bản thực tế:</a:t>
            </a:r>
            <a:endParaRPr/>
          </a:p>
        </p:txBody>
      </p:sp>
      <p:graphicFrame>
        <p:nvGraphicFramePr>
          <p:cNvPr id="291" name="Google Shape;291;p23"/>
          <p:cNvGraphicFramePr/>
          <p:nvPr/>
        </p:nvGraphicFramePr>
        <p:xfrm>
          <a:off x="381000" y="1933575"/>
          <a:ext cx="11430000" cy="2324125"/>
        </p:xfrm>
        <a:graphic>
          <a:graphicData uri="http://schemas.openxmlformats.org/drawingml/2006/table">
            <a:tbl>
              <a:tblPr firstRow="1" bandRow="1">
                <a:noFill/>
                <a:tableStyleId>{6E618E92-E467-470F-9852-C70EB917AA6D}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Mã TC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Kịch bản kiểm thử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Kết quả mong đợi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Trạng thái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TC_01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Đăng ký tài khoản trùng Email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Hệ thống báo lỗi "Email đã tồn tại"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8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Pass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TC_05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Thêm vào giỏ hàng &gt; Tồn kho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Cảnh báo "Số lượng vượt quá tồn kho"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8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Pass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TC_12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Chatbot gặp câu hỏi lạ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Trả lời mặc định hướng dẫn liên hệ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8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Pass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TC_15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Đặt hàng thành công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Tồn kho giảm, tạo hóa đơn mới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8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Pass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2" name="Google Shape;292;p23"/>
          <p:cNvSpPr txBox="1"/>
          <p:nvPr/>
        </p:nvSpPr>
        <p:spPr>
          <a:xfrm>
            <a:off x="11458575" y="6543675"/>
            <a:ext cx="352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11 / 13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381000" y="2843212"/>
            <a:ext cx="1143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1524000" y="2843212"/>
            <a:ext cx="386417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5388173" y="2843212"/>
            <a:ext cx="470832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10096500" y="2843212"/>
            <a:ext cx="1714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381000" y="3309937"/>
            <a:ext cx="1143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1524000" y="3309937"/>
            <a:ext cx="386417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5388173" y="3309937"/>
            <a:ext cx="470832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10096500" y="3309937"/>
            <a:ext cx="1714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381000" y="3776662"/>
            <a:ext cx="1143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1524000" y="3776662"/>
            <a:ext cx="386417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5388173" y="3776662"/>
            <a:ext cx="470832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10096500" y="3776662"/>
            <a:ext cx="1714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381000" y="4243387"/>
            <a:ext cx="1143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1524000" y="4243387"/>
            <a:ext cx="386417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5388173" y="4243387"/>
            <a:ext cx="470832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0096500" y="4243387"/>
            <a:ext cx="1714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39375" y="25431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9375" y="3009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39375" y="34766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9375" y="394335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238250"/>
            <a:ext cx="5524500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238250"/>
            <a:ext cx="552450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3810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Luận &amp; Hướng Phát Triển</a:t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381000" y="981075"/>
            <a:ext cx="11430000" cy="19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11420475" y="6543675"/>
            <a:ext cx="3905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12 / 13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676275" y="1533525"/>
            <a:ext cx="51806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4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 Đạt Được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6581775" y="1533525"/>
            <a:ext cx="51806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4444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Hướng Phát Triển</a:t>
            </a:r>
            <a:endParaRPr/>
          </a:p>
        </p:txBody>
      </p:sp>
      <p:pic>
        <p:nvPicPr>
          <p:cNvPr id="325" name="Google Shape;32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1590675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866775" y="2009775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Hoàn thiện quy trình bán hàng trực tuyến trọn vẹn.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866775" y="2362200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Giải quyết tốt bài toán quản lý biến thể (Size/Màu).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866775" y="2714625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chạy ổn định, giao diện thân thiện.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866775" y="3067050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Chatbot hỗ trợ giải đáp thắc mắc cơ bản.</a:t>
            </a:r>
            <a:endParaRPr/>
          </a:p>
        </p:txBody>
      </p:sp>
      <p:pic>
        <p:nvPicPr>
          <p:cNvPr id="330" name="Google Shape;33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159067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 txBox="1"/>
          <p:nvPr/>
        </p:nvSpPr>
        <p:spPr>
          <a:xfrm>
            <a:off x="6772275" y="2009775"/>
            <a:ext cx="47434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Tích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hợp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thanh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toán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Online (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MoMo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).</a:t>
            </a:r>
            <a:endParaRPr dirty="0"/>
          </a:p>
        </p:txBody>
      </p:sp>
      <p:sp>
        <p:nvSpPr>
          <p:cNvPr id="332" name="Google Shape;332;p24"/>
          <p:cNvSpPr txBox="1"/>
          <p:nvPr/>
        </p:nvSpPr>
        <p:spPr>
          <a:xfrm>
            <a:off x="6772275" y="2362200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Nâng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cấp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Chatbot AI (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sử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dụng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NLP)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thay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vì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từ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khóa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 dirty="0"/>
          </a:p>
        </p:txBody>
      </p:sp>
      <p:sp>
        <p:nvSpPr>
          <p:cNvPr id="333" name="Google Shape;333;p24"/>
          <p:cNvSpPr txBox="1"/>
          <p:nvPr/>
        </p:nvSpPr>
        <p:spPr>
          <a:xfrm>
            <a:off x="6772275" y="2714625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Phát triển App Mobile để tiếp cận khách hàng tốt hơn.</a:t>
            </a:r>
            <a:endParaRPr/>
          </a:p>
        </p:txBody>
      </p:sp>
      <p:pic>
        <p:nvPicPr>
          <p:cNvPr id="334" name="Google Shape;334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20383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2390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2743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095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20383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2390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274320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2362" y="4362450"/>
            <a:ext cx="486727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5"/>
          <p:cNvSpPr txBox="1"/>
          <p:nvPr/>
        </p:nvSpPr>
        <p:spPr>
          <a:xfrm>
            <a:off x="11420475" y="6543675"/>
            <a:ext cx="3905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888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13 / 13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1430416" y="1828800"/>
            <a:ext cx="9331166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XIN CHÂN THÀNH CẢM ƠN!</a:t>
            </a:r>
            <a:endParaRPr dirty="0"/>
          </a:p>
        </p:txBody>
      </p:sp>
      <p:sp>
        <p:nvSpPr>
          <p:cNvPr id="350" name="Google Shape;350;p25"/>
          <p:cNvSpPr txBox="1"/>
          <p:nvPr/>
        </p:nvSpPr>
        <p:spPr>
          <a:xfrm>
            <a:off x="2286000" y="3086100"/>
            <a:ext cx="76200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Cảm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ơn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Quý </a:t>
            </a:r>
            <a:r>
              <a:rPr lang="en-US" sz="2100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Thầy</a:t>
            </a:r>
            <a:r>
              <a:rPr lang="en-US" sz="2100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và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Hội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đồng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đã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lắng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nghe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phần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trình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2100" b="0" i="0" u="none" strike="noStrike" cap="none" dirty="0" err="1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bày</a:t>
            </a:r>
            <a:r>
              <a:rPr lang="en-US" sz="2100" b="0" i="0" u="none" strike="noStrike" cap="none" dirty="0">
                <a:solidFill>
                  <a:srgbClr val="5555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 dirty="0"/>
          </a:p>
        </p:txBody>
      </p:sp>
      <p:pic>
        <p:nvPicPr>
          <p:cNvPr id="351" name="Google Shape;35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1525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1076</Words>
  <Application>Microsoft Office PowerPoint</Application>
  <PresentationFormat>Widescreen</PresentationFormat>
  <Paragraphs>114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Be Vietnam Pro</vt:lpstr>
      <vt:lpstr>Playfair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Hữu Anh</cp:lastModifiedBy>
  <cp:revision>2</cp:revision>
  <dcterms:modified xsi:type="dcterms:W3CDTF">2025-11-30T04:50:37Z</dcterms:modified>
</cp:coreProperties>
</file>